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ByHLTV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Р‘РµР»РѕСЂСѓСЃСЃРєРёР№ HLTV РґР»СЏ CS2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РџРѕСЂС‚Р°Р» В· Live В· CMS В· Р РµРєР»Р°РјР°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A В· РџСЂРѕРґСѓРєС‚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Р§С‚Рѕ СЌС‚Рѕ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РџСѓР±Р»РёС‡РЅС‹Р№ РїРѕСЂС‚Р°Р» CS2: РјР°С‚С‡Рё, РЅРѕРІРѕСЃС‚Рё, СЂРµР№С‚РёРЅРі, РёРіСЂРѕРєРё, РєРѕРјР°РЅРґС‹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Live-С‚СЂР°РЅСЃР»СЏС†РёРё РјР°С‚С‡РµР№ Рё РѕРїРµСЂР°С‚РѕСЂСЃРєР°СЏ РєРѕРЅСЃРѕР»СЊ (GSI / demos)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Рё СЂРѕР»Рё: СЂРµРґР°РєС‚РѕСЂ, РјРѕРґРµСЂР°С‚РѕСЂ, РѕСЂРіР°РЅРёР·Р°С‚РѕСЂ, Р°РґРјРёРЅ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 РµРєР»Р°РјРЅС‹Рµ СЃР»РѕС‚С‹ Рё Р°РЅР°Р»РёС‚РёРєР° РїРѕРєР°Р·РѕРІ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0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019" y="0"/>
            <a:ext cx="5337657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Р“Р»Р°РІРЅР°СЏ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B В· РџСѓР±Р»РёС‡РЅС‹Р№ СЃР°Р№С‚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РџСѓР±Р»РёС‡РЅС‹Р№ СЃР°Р№С‚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РќР°РІРёРіР°С†РёСЏ РєР°Рє Сѓ HLTV: РјР°С‚С‡Рё в†’ СЂРµР·СѓР»СЊС‚Р°С‚С‹ в†’ live в†’ С‚СѓСЂРЅРёСЂС‹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РљРѕРЅС‚РµРЅС‚: РЅРѕРІРѕСЃС‚Рё, СЂРµР№С‚РёРЅРі, РёРіСЂРѕРєРё, РєРѕРјР°РЅРґС‹, СЃС‚Р°С‚РёСЃС‚РёРєР°, РЅР°РіСЂР°РґС‹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РЎРѕРѕР±С‰РµСЃС‚РІРѕ: РіР°Р»РµСЂРµСЏ, С„РѕСЂСѓРјС‹, fantasy, betting, РІС…РѕРґ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1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РњР°С‚С‡Рё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2-match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7573" y="0"/>
            <a:ext cx="3956549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РљР°СЂС‚РѕС‡РєР° РјР°С‚С‡Р° В· СЃС‚Р°С‚РёСЃС‚РёРєР°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3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7301" y="0"/>
            <a:ext cx="6317093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 РµР·СѓР»СЊС‚Р°С‚С‹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4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5-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182" y="0"/>
            <a:ext cx="1040933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РўСѓСЂРЅРёСЂС‹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6-event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9378" y="0"/>
            <a:ext cx="2912940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РўСѓСЂРЅРёСЂ В· BEL Season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7-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866" y="0"/>
            <a:ext cx="5275963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РќРѕРІРѕСЃС‚Рё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8-arti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9955" y="0"/>
            <a:ext cx="6771785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РЎС‚Р°С‚СЊСЏ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9-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2389" y="0"/>
            <a:ext cx="7446918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 РµР№С‚РёРЅРі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0-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969" y="0"/>
            <a:ext cx="2413758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РРіСЂРѕРєРё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1-play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5683" y="0"/>
            <a:ext cx="6240329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РџСЂРѕС„РёР»СЊ РёРіСЂРѕРєР°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2-t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559" y="0"/>
            <a:ext cx="7190577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РљРѕРјР°РЅРґС‹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3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814" y="0"/>
            <a:ext cx="6768066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РЎС‚СЂР°РЅРёС†Р° РєРѕРјР°РЅРґС‹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4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5967" y="0"/>
            <a:ext cx="3099761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РЎС‚Р°С‚РёСЃС‚РёРєР°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5-to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758" y="0"/>
            <a:ext cx="6552179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В· Top-20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6-mv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Awards В· MVP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7-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Р“Р°Р»РµСЂРµСЏ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8-foru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Р¤РѕСЂСѓРјС‹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29-fanta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Fantasy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0-be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3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Р’С…РѕРґ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C В· USER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 РѕР»СЊ USER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Р›РёС‡РЅС‹Р№ РєР°Р±РёРЅРµС‚ С„Р°РЅР°С‚Р°: РїСЂРѕС„РёР»СЊ Рё РЅР°СЃС‚СЂРѕР№РєРё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РђРІС‚РѕСЂРёР·РѕРІР°РЅРЅС‹Р№ РїСЂРѕСЃРјРѕС‚СЂ РїСѓР±Р»РёС‡РЅРѕРіРѕ СЃР°Р№С‚Р°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40-use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949" y="0"/>
            <a:ext cx="9487798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В· РїСЂРѕС„РёР»СЊ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41-user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019" y="0"/>
            <a:ext cx="5337657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В· РіР»Р°РІРЅР°СЏ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D В· EDITOR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CMS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РќРѕРІРѕСЃС‚Рё, РёРіСЂРѕРєРё, РјР°С‚С‡Рё, РЅР°РіСЂР°РґС‹, РіР°Р»РµСЂРµСЏ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Р”РѕСЃС‚СѓРї Рє ops Р±РµР· РїРѕР»РЅРѕРіРѕ /admin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РўРѕС‡РєРё РІС…РѕРґР°: /admin/news, /admin/players, вЂ¦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0-editor-n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5266" y="0"/>
            <a:ext cx="4361164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РЅРѕРІРѕСЃС‚Рё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1-editor-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2238" y="0"/>
            <a:ext cx="1847220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РёРіСЂРѕРєРё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2-editor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5606" y="0"/>
            <a:ext cx="5280484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РјР°С‚С‡Рё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3-editor-aw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3997" y="0"/>
            <a:ext cx="494370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РЅР°РіСЂР°РґС‹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4-editor-gall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РіР°Р»РµСЂРµСЏ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55-editor-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648" y="0"/>
            <a:ext cx="9102400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В· ops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E В· MODERATOR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РњРѕРґРµСЂР°С†РёСЏ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РћС‡РµСЂРµРґСЊ Р¶Р°Р»РѕР± Рё РјРѕРґРµСЂР°С†РёСЏ РєРѕРЅС‚РµРЅС‚Р° СЃРѕРѕР±С‰РµСЃС‚РІР°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РљР°Р±РёРЅРµС‚: /mod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60-m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В· РјРѕРґРµСЂР°С†РёСЏ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F В· Tournament Admin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РѕСЂРіР°РЅРёР·Р°С‚РѕСЂР°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Р—Р°СЏРІРєРё TO, ops-РєР°Р±РёРЅРµС‚, live-РєРѕРЅСЃРѕР»СЊ РјР°С‚С‡Р°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Р”РµРјРѕ / GSI-РѕРїРµСЂР°С†РёРё РЅР° /ops Рё /ops/live/{slug}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70-to-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374" y="0"/>
            <a:ext cx="10506947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В· ops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71-to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6636" y="0"/>
            <a:ext cx="5178424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В· live console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G В· ADMIN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Superadmin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РџРѕР»СЊР·РѕРІР°С‚РµР»Рё, СЂРµРєР»Р°РјР°, Р°РЅР°Р»РёС‚РёРєР°, Р·Р°СЏРІРєРё TO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РљРѕРјР°РЅРґС‹ Рё СЂРµР№С‚РёРЅРі РІ CMS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РџРѕР»РЅС‹Р№ РґРѕСЃС‚СѓРї Рє /admin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0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CMS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1-admi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РїРѕР»СЊР·РѕРІР°С‚РµР»Рё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2-admin-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СЂРµРєР»Р°РјР°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3-admin-ads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8175" y="0"/>
            <a:ext cx="5335346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ads analytics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4-admin-appl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2" y="0"/>
            <a:ext cx="11411712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Р·Р°СЏРІРєРё TO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5-admin-te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888" y="0"/>
            <a:ext cx="4507918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РєРѕРјР°РЅРґС‹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86-admin-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290" y="0"/>
            <a:ext cx="9621116" cy="64190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В· СЂРµР№С‚РёРЅРі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814255" y="647395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Р‘Р»РѕРє H В· РС‚РѕРі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РЎС‚РµРє Рё СЃР»РµРґСѓСЋС‰РёР№ С€Р°Рі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В· NestJS В· Prisma В· Socket.IO В· demoparser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 РѕР»Рё: USER / EDITOR / MOD / TO / ADMIN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РљРѕРЅС‚Р°РєС‚С‹: [placeholder] В· demo: localhost:3000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094415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ByHLTV_Final\presentation\screens\10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68416" cy="6419088"/>
          </a:xfrm>
          <a:prstGeom prst="rect">
            <a:avLst/>
          </a:prstGeom>
        </p:spPr>
      </p:pic>
      <p:pic>
        <p:nvPicPr>
          <p:cNvPr id="3" name="Image 1" descr="D:\ByHLTV_Final\presentation\screens\71-to-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80" y="0"/>
            <a:ext cx="6068416" cy="64190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6419088"/>
            <a:ext cx="109728" cy="438912"/>
          </a:xfrm>
          <a:prstGeom prst="rect">
            <a:avLst/>
          </a:prstGeom>
          <a:solidFill>
            <a:srgbClr val="8BB41A"/>
          </a:solidFill>
          <a:ln w="12700">
            <a:solidFill>
              <a:srgbClr val="8BB41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647395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РџСѓР±Р»РёС‡РЅС‹Р№ СЃР°Р№С‚ + live ops вЂ” РѕРґРёРЅ РїСЂРѕРґСѓРєС‚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185855" y="6473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B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ByHLTV вЂ” РџСЂРµР·РµРЅС‚Р°С†РёСЏ v2</dc:title>
  <dc:subject>PptxGenJS Presentation</dc:subject>
  <dc:creator>ByHLTV</dc:creator>
  <cp:lastModifiedBy>ByHLTV</cp:lastModifiedBy>
  <cp:revision>1</cp:revision>
  <dcterms:created xsi:type="dcterms:W3CDTF">2026-09-10T21:20:51Z</dcterms:created>
  <dcterms:modified xsi:type="dcterms:W3CDTF">2026-09-10T21:20:51Z</dcterms:modified>
</cp:coreProperties>
</file>