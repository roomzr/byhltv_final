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121212">
              <a:alpha val="75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5806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ByHLTV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65760" y="6419088"/>
            <a:ext cx="1463040" cy="7315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011680" y="6327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· 39 экранов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02-m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Матчи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03-match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матча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04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05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06-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Турниры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07-event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 Season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08-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09-news-arti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Статья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0-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Рейтинг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1-p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Игроки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2-player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игрока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3-te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4-team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5-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6-awards-top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Top-20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7-awards-mv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8-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Галерея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9-foru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Форумы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0-fanta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Fantasy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1-bet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2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3-user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· профиль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4-user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· главная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5-editor-c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· кабинет CMS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6-editor-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· новости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7-editor-p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· игроки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8-editor-m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· матчи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9-editor-aw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· награды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0-editor-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· галерея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1-editor-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· ops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2-mod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· жалобы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3-to-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· ops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4-to-ops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· live console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5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 · CMS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6-admin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 · пользователи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7-admin-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 · реклама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8-admin-ads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 · ads analytics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9-admin-appl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1212">
              <a:alpha val="80000"/>
            </a:srgbClr>
          </a:solidFill>
          <a:ln w="12700">
            <a:solidFill>
              <a:srgbClr val="1212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355080"/>
            <a:ext cx="109728" cy="50292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6419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 · заявки TO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19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ByHLTV — Presentation</dc:title>
  <dc:subject>PptxGenJS Presentation</dc:subject>
  <dc:creator>ByHLTV</dc:creator>
  <cp:lastModifiedBy>ByHLTV</cp:lastModifiedBy>
  <cp:revision>1</cp:revision>
  <dcterms:created xsi:type="dcterms:W3CDTF">2026-09-10T20:14:01Z</dcterms:created>
  <dcterms:modified xsi:type="dcterms:W3CDTF">2026-09-10T20:14:01Z</dcterms:modified>
</cp:coreProperties>
</file>